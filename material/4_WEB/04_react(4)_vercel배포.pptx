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1388" r:id="rId2"/>
    <p:sldId id="682" r:id="rId3"/>
    <p:sldId id="1005" r:id="rId4"/>
    <p:sldId id="272" r:id="rId5"/>
    <p:sldId id="1043" r:id="rId6"/>
    <p:sldId id="1044" r:id="rId7"/>
    <p:sldId id="1045" r:id="rId8"/>
    <p:sldId id="1046" r:id="rId9"/>
    <p:sldId id="1047" r:id="rId10"/>
    <p:sldId id="81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00B050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101" d="100"/>
          <a:sy n="101" d="100"/>
        </p:scale>
        <p:origin x="105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F8ADB-ED69-DDE1-6C11-C4215A80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757C84-57C7-F8F0-00CF-29A829768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4D122-A7A0-0300-5119-8BECBE068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3691EB-A686-4ECC-4C14-B00770B19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96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A865-EC68-88C0-2AB1-4CF32985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60384B-587F-A723-282B-6371A5895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5D773-C71C-5506-DB45-7C2AA8E30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5C8E1-278E-E60C-95DC-BA7CB7F25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62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40B9-F331-2340-35C2-A1699A93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FFF426-0B99-1FB9-F0B0-4BE4DBE62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456A28-A032-EE17-4B8A-B3614182C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70F0F9-B7DF-7BAF-F03B-007006611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721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8E23-6CC4-C926-6DCC-313A7D18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E01E4D-A680-A9F2-37A3-926CBF529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648AC1-8F85-A893-4DD6-7A4B09FE6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8B529-563D-977D-0FC2-0AD49FE0F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414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E896-3F51-EEE5-92FD-E83B5048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9CDAE-610B-2F63-740C-A3C8989EB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6E265B-7472-658C-F9EE-D8915D40C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04756-C6A5-615B-D8F5-8CC066764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95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React(3)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 err="1">
                <a:solidFill>
                  <a:srgbClr val="ED7D31"/>
                </a:solidFill>
              </a:rPr>
              <a:t>Vercel</a:t>
            </a:r>
            <a:r>
              <a:rPr lang="ko-KR" altLang="en-US" sz="6000" dirty="0">
                <a:solidFill>
                  <a:srgbClr val="ED7D31"/>
                </a:solidFill>
              </a:rPr>
              <a:t>로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배포하기</a:t>
            </a:r>
          </a:p>
        </p:txBody>
      </p:sp>
    </p:spTree>
    <p:extLst>
      <p:ext uri="{BB962C8B-B14F-4D97-AF65-F5344CB8AC3E}">
        <p14:creationId xmlns:p14="http://schemas.microsoft.com/office/powerpoint/2010/main" val="357696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1958F8-C668-030A-9C1E-74F52B9D2532}"/>
              </a:ext>
            </a:extLst>
          </p:cNvPr>
          <p:cNvGrpSpPr/>
          <p:nvPr/>
        </p:nvGrpSpPr>
        <p:grpSpPr>
          <a:xfrm>
            <a:off x="571157" y="1145407"/>
            <a:ext cx="5745804" cy="5145282"/>
            <a:chOff x="556900" y="1035417"/>
            <a:chExt cx="5745804" cy="5145282"/>
          </a:xfrm>
        </p:grpSpPr>
        <p:pic>
          <p:nvPicPr>
            <p:cNvPr id="15" name="그림 14" descr="텍스트, 스크린샷, 폰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F1CA2E5-A856-8604-1548-60A461FB6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900" y="1035417"/>
              <a:ext cx="5745804" cy="5145282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FE8D050-4006-0233-152E-63B20D6684C7}"/>
                </a:ext>
              </a:extLst>
            </p:cNvPr>
            <p:cNvSpPr/>
            <p:nvPr/>
          </p:nvSpPr>
          <p:spPr>
            <a:xfrm>
              <a:off x="2398743" y="5376826"/>
              <a:ext cx="2101668" cy="388054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3585C6B-27F1-78F3-3E7C-A6F67EAA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29" y="901191"/>
            <a:ext cx="4677004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GitHub</a:t>
            </a:r>
            <a:r>
              <a:rPr lang="ko-KR" altLang="en-US" sz="2400" dirty="0"/>
              <a:t>으로 회원가입 및 로그인</a:t>
            </a:r>
            <a:endParaRPr lang="ko-KR" altLang="en-US" sz="2000" dirty="0"/>
          </a:p>
        </p:txBody>
      </p:sp>
      <p:pic>
        <p:nvPicPr>
          <p:cNvPr id="19" name="그림 18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8F1CAB-A899-B965-9AE4-8CF82E1EF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376" y="1187854"/>
            <a:ext cx="4371024" cy="497569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AA45A3-8BA9-CC00-0624-0F2AE301CAF8}"/>
              </a:ext>
            </a:extLst>
          </p:cNvPr>
          <p:cNvSpPr/>
          <p:nvPr/>
        </p:nvSpPr>
        <p:spPr>
          <a:xfrm>
            <a:off x="7491340" y="2832100"/>
            <a:ext cx="3125860" cy="27417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21CFC7-2668-AAB1-792A-206E33173C3F}"/>
              </a:ext>
            </a:extLst>
          </p:cNvPr>
          <p:cNvSpPr/>
          <p:nvPr/>
        </p:nvSpPr>
        <p:spPr>
          <a:xfrm>
            <a:off x="7491340" y="3949700"/>
            <a:ext cx="3125860" cy="80081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9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56C4-3264-7774-9F2D-2F6920CE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956FE-2C4E-AF6E-8AC0-E39A4C7B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ABABF0-BA99-5FF1-1D0B-B4AF14C4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2938AC-EC40-B15A-0098-16E9131E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0B5F65D-7F3B-C5EE-158C-158D4740E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29" y="901191"/>
            <a:ext cx="4677004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GitHub</a:t>
            </a:r>
            <a:r>
              <a:rPr lang="ko-KR" altLang="en-US" sz="2400" dirty="0"/>
              <a:t>으로 회원가입 및 로그인</a:t>
            </a:r>
            <a:endParaRPr lang="ko-KR" altLang="en-US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EB5CEE-2BDE-9847-60C1-BBBB2B0E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961" y="2503441"/>
            <a:ext cx="5048955" cy="24292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1ED683-80D4-3333-A07B-57A3544F3F32}"/>
              </a:ext>
            </a:extLst>
          </p:cNvPr>
          <p:cNvSpPr/>
          <p:nvPr/>
        </p:nvSpPr>
        <p:spPr>
          <a:xfrm>
            <a:off x="9499600" y="4066794"/>
            <a:ext cx="1267788" cy="56255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AD5353-C448-D191-6E7E-67AEC4212C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5" y="1592592"/>
            <a:ext cx="4849234" cy="443023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DC3DCA8-38AA-22FF-86DC-EFE3F853E43A}"/>
              </a:ext>
            </a:extLst>
          </p:cNvPr>
          <p:cNvSpPr/>
          <p:nvPr/>
        </p:nvSpPr>
        <p:spPr>
          <a:xfrm>
            <a:off x="1610591" y="3718048"/>
            <a:ext cx="3429242" cy="51371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06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BC64-EDDC-F240-84A1-D7F2A168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5DC17-55E1-1152-0256-B5540CEB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6BD501-A505-4EBA-9D51-1C69AF61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7778662-7C2E-5629-F0F5-576E90CE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1A0E86-F57B-71F2-B748-07E562B2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227" y="1046553"/>
            <a:ext cx="7751546" cy="519320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CDB84C-DF06-B17B-4897-31664D0D0590}"/>
              </a:ext>
            </a:extLst>
          </p:cNvPr>
          <p:cNvSpPr/>
          <p:nvPr/>
        </p:nvSpPr>
        <p:spPr>
          <a:xfrm>
            <a:off x="3699741" y="4416548"/>
            <a:ext cx="1011959" cy="49200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449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6F64-575B-1B76-D2C6-19119794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0ED4E-BFF1-B17D-C098-D27FE9D7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D750EC-FAF8-D68E-D099-31CA7E1F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BBC644-DA06-9A0B-F5CC-FE19A10D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CBD160-196B-B81C-052C-69B0AE71AD15}"/>
              </a:ext>
            </a:extLst>
          </p:cNvPr>
          <p:cNvGrpSpPr/>
          <p:nvPr/>
        </p:nvGrpSpPr>
        <p:grpSpPr>
          <a:xfrm>
            <a:off x="1610591" y="2521754"/>
            <a:ext cx="4985482" cy="2562959"/>
            <a:chOff x="2037783" y="1342734"/>
            <a:chExt cx="8116433" cy="4172532"/>
          </a:xfrm>
        </p:grpSpPr>
        <p:pic>
          <p:nvPicPr>
            <p:cNvPr id="6" name="그림 5" descr="텍스트, 스크린샷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97FF950-C535-E5F0-9803-609EEAF8E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7783" y="1342734"/>
              <a:ext cx="8116433" cy="417253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E411C26-CDA5-117D-BBB5-8D0C320A7FE4}"/>
                </a:ext>
              </a:extLst>
            </p:cNvPr>
            <p:cNvSpPr/>
            <p:nvPr/>
          </p:nvSpPr>
          <p:spPr>
            <a:xfrm>
              <a:off x="2537691" y="4784848"/>
              <a:ext cx="1824759" cy="492002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27F95D7-75B3-890B-1B19-B3FD5C2C919B}"/>
              </a:ext>
            </a:extLst>
          </p:cNvPr>
          <p:cNvGrpSpPr/>
          <p:nvPr/>
        </p:nvGrpSpPr>
        <p:grpSpPr>
          <a:xfrm>
            <a:off x="6903139" y="1293593"/>
            <a:ext cx="3164411" cy="5019283"/>
            <a:chOff x="7510006" y="1293593"/>
            <a:chExt cx="3164411" cy="5019283"/>
          </a:xfrm>
        </p:grpSpPr>
        <p:pic>
          <p:nvPicPr>
            <p:cNvPr id="9" name="그림 8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B099945-A11C-9404-27E1-271C5ED86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0006" y="1293593"/>
              <a:ext cx="3164411" cy="501928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F13A4E7-BE7C-FE99-50F2-006B8F3D62C1}"/>
                </a:ext>
              </a:extLst>
            </p:cNvPr>
            <p:cNvSpPr/>
            <p:nvPr/>
          </p:nvSpPr>
          <p:spPr>
            <a:xfrm>
              <a:off x="7738025" y="5667154"/>
              <a:ext cx="577935" cy="30221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067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E860-BC4E-0724-1B54-0D5DA360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E5046C-8752-AD74-DF90-8FE547B2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EC0C52-B21D-044A-283B-5B9DF46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5723F2-EDC9-AF2A-8B49-258B7AAD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pic>
        <p:nvPicPr>
          <p:cNvPr id="11" name="그림 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C948C5-623B-DDC9-4035-12A13C266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67"/>
          <a:stretch>
            <a:fillRect/>
          </a:stretch>
        </p:blipFill>
        <p:spPr>
          <a:xfrm>
            <a:off x="1514784" y="1145407"/>
            <a:ext cx="3994804" cy="528537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455A4F-DF55-D994-4004-DCCA1A11B645}"/>
              </a:ext>
            </a:extLst>
          </p:cNvPr>
          <p:cNvSpPr/>
          <p:nvPr/>
        </p:nvSpPr>
        <p:spPr>
          <a:xfrm>
            <a:off x="4300177" y="3429000"/>
            <a:ext cx="668063" cy="30221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0B2471-D9CB-1F10-4265-4A87536C1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5407"/>
            <a:ext cx="5060505" cy="512063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25B959-B238-A7E9-E0D1-FC8A223807DD}"/>
              </a:ext>
            </a:extLst>
          </p:cNvPr>
          <p:cNvSpPr/>
          <p:nvPr/>
        </p:nvSpPr>
        <p:spPr>
          <a:xfrm>
            <a:off x="6380979" y="5585194"/>
            <a:ext cx="4478368" cy="41259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10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BCAB-0260-ECFF-D861-A8ED0EE7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023D6-2798-430D-8B79-A7D5906F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AEBCB7-CCC8-5641-C7D2-871B3F03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F9A04A-81E0-F49D-71B2-15CED56A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Vercel</a:t>
            </a:r>
            <a:r>
              <a:rPr lang="ko-KR" altLang="en-US" dirty="0"/>
              <a:t>로 </a:t>
            </a:r>
            <a:r>
              <a:rPr lang="en-US" altLang="ko-KR" dirty="0"/>
              <a:t>React App </a:t>
            </a:r>
            <a:r>
              <a:rPr lang="ko-KR" altLang="en-US" dirty="0"/>
              <a:t>배포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935246-41EE-9295-3279-93F304EEC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66" y="1057425"/>
            <a:ext cx="6942668" cy="513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7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8831</TotalTime>
  <Words>81</Words>
  <Application>Microsoft Office PowerPoint</Application>
  <PresentationFormat>와이드스크린</PresentationFormat>
  <Paragraphs>37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Kim jung chul Gothic Regular</vt:lpstr>
      <vt:lpstr>Arial</vt:lpstr>
      <vt:lpstr>G마켓 산스 TTF Bold</vt:lpstr>
      <vt:lpstr>Pretendard Black</vt:lpstr>
      <vt:lpstr>Pretendard Light</vt:lpstr>
      <vt:lpstr>Pretendard Medium</vt:lpstr>
      <vt:lpstr>Wingdings</vt:lpstr>
      <vt:lpstr>메이플스토리</vt:lpstr>
      <vt:lpstr>1_Office 테마</vt:lpstr>
      <vt:lpstr>PowerPoint 프레젠테이션</vt:lpstr>
      <vt:lpstr>React(3)</vt:lpstr>
      <vt:lpstr>Vercel로 배포하기</vt:lpstr>
      <vt:lpstr>Vercel로 React App 배포</vt:lpstr>
      <vt:lpstr>Vercel로 React App 배포</vt:lpstr>
      <vt:lpstr>Vercel로 React App 배포</vt:lpstr>
      <vt:lpstr>Vercel로 React App 배포</vt:lpstr>
      <vt:lpstr>Vercel로 React App 배포</vt:lpstr>
      <vt:lpstr>Vercel로 React App 배포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704</cp:revision>
  <dcterms:created xsi:type="dcterms:W3CDTF">2023-01-31T04:26:23Z</dcterms:created>
  <dcterms:modified xsi:type="dcterms:W3CDTF">2026-01-06T08:07:19Z</dcterms:modified>
</cp:coreProperties>
</file>