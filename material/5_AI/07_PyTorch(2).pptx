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1013" r:id="rId2"/>
    <p:sldId id="674" r:id="rId3"/>
    <p:sldId id="708" r:id="rId4"/>
    <p:sldId id="709" r:id="rId5"/>
    <p:sldId id="710" r:id="rId6"/>
    <p:sldId id="700" r:id="rId7"/>
    <p:sldId id="701" r:id="rId8"/>
    <p:sldId id="702" r:id="rId9"/>
    <p:sldId id="703" r:id="rId10"/>
    <p:sldId id="704" r:id="rId11"/>
    <p:sldId id="705" r:id="rId12"/>
    <p:sldId id="706" r:id="rId13"/>
    <p:sldId id="707" r:id="rId14"/>
    <p:sldId id="711" r:id="rId15"/>
    <p:sldId id="836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F5050"/>
    <a:srgbClr val="00FF99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56" autoAdjust="0"/>
    <p:restoredTop sz="91676" autoAdjust="0"/>
  </p:normalViewPr>
  <p:slideViewPr>
    <p:cSldViewPr snapToGrid="0">
      <p:cViewPr varScale="1">
        <p:scale>
          <a:sx n="101" d="100"/>
          <a:sy n="101" d="100"/>
        </p:scale>
        <p:origin x="10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2026-02-10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03_manipulation.ipynb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4247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2490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EE83-52CB-E118-49CB-3EBDD6EF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F83B01-3943-C359-9322-8EB719FB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59CF-8156-0FB2-87BB-C2421F329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1DD34-5BFE-877A-E657-9B3A6B1B5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645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8" name="부제목 2">
            <a:extLst>
              <a:ext uri="{FF2B5EF4-FFF2-40B4-BE49-F238E27FC236}">
                <a16:creationId xmlns:a16="http://schemas.microsoft.com/office/drawing/2014/main" id="{DB4B2667-B3F4-F4E7-4A87-A3477312E2B1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3B0D367-DE04-26A9-6CB6-502ED4BB2F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06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2839F9-0BFF-23B7-FDC2-F712592DC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3C5469-037B-97B0-6833-41E090EAC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165552" y="2719554"/>
            <a:ext cx="59939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3. Tensor</a:t>
            </a:r>
            <a:r>
              <a:rPr lang="ko-KR" altLang="en-US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의 조작</a:t>
            </a:r>
          </a:p>
        </p:txBody>
      </p:sp>
    </p:spTree>
    <p:extLst>
      <p:ext uri="{BB962C8B-B14F-4D97-AF65-F5344CB8AC3E}">
        <p14:creationId xmlns:p14="http://schemas.microsoft.com/office/powerpoint/2010/main" val="310844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인덱싱과 </a:t>
            </a:r>
            <a:r>
              <a:rPr lang="ko-KR" altLang="en-US" b="1" dirty="0" err="1"/>
              <a:t>슬라이싱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511989" cy="520560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✅ 인덱싱</a:t>
            </a:r>
            <a:r>
              <a:rPr lang="en-US" altLang="ko-KR" sz="2400" dirty="0"/>
              <a:t>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Tensor[I, j, k] </a:t>
            </a:r>
            <a:r>
              <a:rPr lang="ko-KR" altLang="en-US" sz="2000" dirty="0"/>
              <a:t>형태로 사용</a:t>
            </a:r>
            <a:r>
              <a:rPr lang="en-US" altLang="ko-KR" sz="2000" dirty="0"/>
              <a:t>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/>
              <a:t>예</a:t>
            </a:r>
            <a:r>
              <a:rPr lang="en-US" altLang="ko-KR" sz="1600" dirty="0"/>
              <a:t>: t[0, 1] → </a:t>
            </a:r>
            <a:r>
              <a:rPr lang="ko-KR" altLang="en-US" sz="1600" dirty="0"/>
              <a:t>첫 번째 행</a:t>
            </a:r>
            <a:r>
              <a:rPr lang="en-US" altLang="ko-KR" sz="1600" dirty="0"/>
              <a:t>, </a:t>
            </a:r>
            <a:r>
              <a:rPr lang="ko-KR" altLang="en-US" sz="1600" dirty="0"/>
              <a:t>두 번째 열의 값</a:t>
            </a:r>
            <a:endParaRPr lang="en-US" altLang="ko-KR" sz="16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✅ </a:t>
            </a:r>
            <a:r>
              <a:rPr lang="ko-KR" altLang="en-US" sz="2400" b="1" dirty="0" err="1"/>
              <a:t>슬라이싱</a:t>
            </a:r>
            <a:endParaRPr lang="ko-KR" altLang="en-US" sz="2400" b="1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특정 차원의 범위를 선택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/>
              <a:t>tensor[</a:t>
            </a:r>
            <a:r>
              <a:rPr lang="ko-KR" altLang="en-US" sz="2000" b="1" dirty="0"/>
              <a:t>행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열</a:t>
            </a:r>
            <a:r>
              <a:rPr lang="en-US" altLang="ko-KR" sz="2000" b="1" dirty="0"/>
              <a:t>]</a:t>
            </a:r>
            <a:endParaRPr lang="ko-KR" altLang="en-US" sz="2000" dirty="0"/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행</a:t>
            </a:r>
            <a:r>
              <a:rPr lang="en-US" altLang="ko-KR" sz="1800" dirty="0"/>
              <a:t>: </a:t>
            </a:r>
            <a:r>
              <a:rPr lang="ko-KR" altLang="en-US" sz="1800" dirty="0"/>
              <a:t>첫 번째 차원 </a:t>
            </a:r>
            <a:r>
              <a:rPr lang="en-US" altLang="ko-KR" sz="1800" dirty="0"/>
              <a:t>(row) </a:t>
            </a:r>
            <a:r>
              <a:rPr lang="ko-KR" altLang="en-US" sz="1800" dirty="0" err="1"/>
              <a:t>슬라이싱</a:t>
            </a:r>
            <a:endParaRPr lang="ko-KR" altLang="en-US" sz="1800" dirty="0"/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열</a:t>
            </a:r>
            <a:r>
              <a:rPr lang="en-US" altLang="ko-KR" sz="1800" dirty="0"/>
              <a:t>: </a:t>
            </a:r>
            <a:r>
              <a:rPr lang="ko-KR" altLang="en-US" sz="1800" dirty="0"/>
              <a:t>두 번째 차원 </a:t>
            </a:r>
            <a:r>
              <a:rPr lang="en-US" altLang="ko-KR" sz="1800" dirty="0"/>
              <a:t>(column) </a:t>
            </a:r>
            <a:r>
              <a:rPr lang="ko-KR" altLang="en-US" sz="1800" dirty="0" err="1"/>
              <a:t>슬라이싱</a:t>
            </a:r>
            <a:endParaRPr lang="en-US" altLang="ko-KR" sz="1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:</a:t>
            </a:r>
            <a:r>
              <a:rPr lang="ko-KR" altLang="en-US" sz="2000" dirty="0"/>
              <a:t>를 사용하면 해당 차원의 </a:t>
            </a:r>
            <a:r>
              <a:rPr lang="ko-KR" altLang="en-US" sz="2000" b="1" dirty="0"/>
              <a:t>전체 범위</a:t>
            </a:r>
            <a:r>
              <a:rPr lang="ko-KR" altLang="en-US" sz="2000" dirty="0"/>
              <a:t>를 선택</a:t>
            </a:r>
            <a:endParaRPr lang="en-US" altLang="ko-KR" sz="2000" dirty="0"/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tensor[:, :]</a:t>
            </a:r>
            <a:r>
              <a:rPr lang="ko-KR" altLang="en-US" sz="1800" dirty="0"/>
              <a:t>는 전체 행과 전체 열을 의미함</a:t>
            </a:r>
          </a:p>
          <a:p>
            <a:pPr lvl="1">
              <a:lnSpc>
                <a:spcPct val="150000"/>
              </a:lnSpc>
            </a:pP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63475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인덱싱과 </a:t>
            </a:r>
            <a:r>
              <a:rPr lang="ko-KR" altLang="en-US" b="1" dirty="0" err="1"/>
              <a:t>슬라이싱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10242" name="Picture 2" descr="C:\Users\LMH\Desktop\PyTorch\2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440" y="760548"/>
            <a:ext cx="9723120" cy="5781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9320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033CAEA-B834-6A1C-5CA2-D798967C2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1. </a:t>
            </a:r>
            <a:r>
              <a:rPr lang="ko-KR" altLang="en-US" b="1" dirty="0">
                <a:solidFill>
                  <a:schemeClr val="accent2"/>
                </a:solidFill>
              </a:rPr>
              <a:t>퀴즈</a:t>
            </a:r>
            <a:r>
              <a:rPr lang="en-US" altLang="ko-KR" b="1" dirty="0">
                <a:solidFill>
                  <a:schemeClr val="accent2"/>
                </a:solidFill>
              </a:rPr>
              <a:t>(3)</a:t>
            </a:r>
            <a:endParaRPr lang="ko-KR" altLang="en-US" b="1" dirty="0">
              <a:solidFill>
                <a:schemeClr val="accent2"/>
              </a:solidFill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337" y="1256115"/>
            <a:ext cx="11511989" cy="186905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3200" dirty="0"/>
              <a:t>제시된 퀴즈의 문제를 풀어보세요</a:t>
            </a:r>
            <a:r>
              <a:rPr lang="en-US" altLang="ko-KR" sz="3200" dirty="0"/>
              <a:t>!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3200" dirty="0"/>
              <a:t>검색하지 않고 </a:t>
            </a:r>
            <a:r>
              <a:rPr lang="ko-KR" altLang="en-US" sz="3200" dirty="0" err="1"/>
              <a:t>가능한한</a:t>
            </a:r>
            <a:r>
              <a:rPr lang="ko-KR" altLang="en-US" sz="3200" dirty="0"/>
              <a:t> 스스로 풀어보도록 합시다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580992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LMH\Desktop\PyTorch\2\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83624"/>
            <a:ext cx="12192000" cy="567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Tensor</a:t>
            </a:r>
            <a:r>
              <a:rPr lang="ko-KR" altLang="en-US" b="1" dirty="0"/>
              <a:t>의 형태 변경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012" y="1404458"/>
            <a:ext cx="10707836" cy="554947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2400" b="1" dirty="0"/>
              <a:t>✔️ </a:t>
            </a:r>
            <a:r>
              <a:rPr lang="en-US" altLang="ko-KR" sz="2400" b="1" dirty="0" err="1"/>
              <a:t>Tensor.view</a:t>
            </a:r>
            <a:r>
              <a:rPr lang="en-US" altLang="ko-KR" sz="2400" dirty="0"/>
              <a:t>(*shape) → Tensor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91780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Tensor</a:t>
            </a:r>
            <a:r>
              <a:rPr lang="ko-KR" altLang="en-US" b="1" dirty="0"/>
              <a:t>의 숫자 값 얻기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011" y="1598671"/>
            <a:ext cx="11511989" cy="101556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✔️ </a:t>
            </a:r>
            <a:r>
              <a:rPr lang="en-US" altLang="ko-KR" sz="2400" b="1" dirty="0" err="1"/>
              <a:t>Tensor.item</a:t>
            </a:r>
            <a:r>
              <a:rPr lang="en-US" altLang="ko-KR" sz="2400" dirty="0"/>
              <a:t>() → number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스칼라 값 하나만 존재해야 사용 가능</a:t>
            </a:r>
          </a:p>
        </p:txBody>
      </p:sp>
      <p:pic>
        <p:nvPicPr>
          <p:cNvPr id="2050" name="Picture 2" descr="C:\Users\LMH\Desktop\PyTorch\2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92708"/>
            <a:ext cx="12192000" cy="3839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2744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차원 축소</a:t>
            </a:r>
            <a:r>
              <a:rPr lang="en-US" altLang="ko-KR" b="1" dirty="0"/>
              <a:t>(</a:t>
            </a:r>
            <a:r>
              <a:rPr lang="ko-KR" altLang="en-US" b="1" dirty="0"/>
              <a:t>제거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445" y="1538801"/>
            <a:ext cx="10931110" cy="85408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2400" b="1" dirty="0"/>
              <a:t>✔️ </a:t>
            </a:r>
            <a:r>
              <a:rPr lang="en-US" altLang="ko-KR" sz="2400" b="1" dirty="0" err="1"/>
              <a:t>torch.squeeze</a:t>
            </a:r>
            <a:r>
              <a:rPr lang="en-US" altLang="ko-KR" sz="2400" dirty="0"/>
              <a:t>(input: Tensor, dim: Optional[Union[int, List[int]]]) → Tensor</a:t>
            </a:r>
          </a:p>
          <a:p>
            <a:pPr lvl="1">
              <a:lnSpc>
                <a:spcPct val="100000"/>
              </a:lnSpc>
            </a:pPr>
            <a:r>
              <a:rPr lang="ko-KR" altLang="en-US" sz="2000" b="1" dirty="0"/>
              <a:t>크기가 </a:t>
            </a:r>
            <a:r>
              <a:rPr lang="en-US" altLang="ko-KR" sz="2000" b="1" dirty="0"/>
              <a:t>1</a:t>
            </a:r>
            <a:r>
              <a:rPr lang="ko-KR" altLang="en-US" sz="2000" b="1" dirty="0"/>
              <a:t>인 차원</a:t>
            </a:r>
            <a:r>
              <a:rPr lang="ko-KR" altLang="en-US" sz="2000" dirty="0"/>
              <a:t>을 줄여줌</a:t>
            </a:r>
          </a:p>
        </p:txBody>
      </p:sp>
      <p:pic>
        <p:nvPicPr>
          <p:cNvPr id="3075" name="Picture 3" descr="C:\Users\LMH\Desktop\PyTorch\2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49109"/>
            <a:ext cx="12192000" cy="4611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1243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차원 증가</a:t>
            </a:r>
            <a:r>
              <a:rPr lang="en-US" altLang="ko-KR" b="1" dirty="0"/>
              <a:t>(</a:t>
            </a:r>
            <a:r>
              <a:rPr lang="ko-KR" altLang="en-US" b="1" dirty="0"/>
              <a:t>생성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717" y="1321865"/>
            <a:ext cx="6547178" cy="114540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✔️ </a:t>
            </a:r>
            <a:r>
              <a:rPr lang="en-US" altLang="ko-KR" sz="2400" b="1" dirty="0" err="1"/>
              <a:t>torch.unsqueeze</a:t>
            </a:r>
            <a:r>
              <a:rPr lang="en-US" altLang="ko-KR" sz="2400" dirty="0"/>
              <a:t>(input, dim) → Tensor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지정된 위치에 크기 </a:t>
            </a:r>
            <a:r>
              <a:rPr lang="en-US" altLang="ko-KR" sz="2000" dirty="0"/>
              <a:t>1</a:t>
            </a:r>
            <a:r>
              <a:rPr lang="ko-KR" altLang="en-US" sz="2000" dirty="0"/>
              <a:t>의 차원이 추가된 새로운 </a:t>
            </a:r>
            <a:r>
              <a:rPr lang="ko-KR" altLang="en-US" sz="2000" dirty="0" err="1"/>
              <a:t>텐서를</a:t>
            </a:r>
            <a:r>
              <a:rPr lang="ko-KR" altLang="en-US" sz="2000" dirty="0"/>
              <a:t> 반환</a:t>
            </a:r>
          </a:p>
        </p:txBody>
      </p:sp>
      <p:pic>
        <p:nvPicPr>
          <p:cNvPr id="3075" name="Picture 3" descr="C:\Users\LMH\Desktop\PyTorch\2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17785"/>
            <a:ext cx="12192000" cy="4611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143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Tensor</a:t>
            </a:r>
            <a:r>
              <a:rPr lang="ko-KR" altLang="en-US" b="1" dirty="0"/>
              <a:t>간 결합</a:t>
            </a:r>
            <a:r>
              <a:rPr lang="en-US" altLang="ko-KR" b="1" dirty="0"/>
              <a:t>(1)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835" y="1488916"/>
            <a:ext cx="11511989" cy="146697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✔️ </a:t>
            </a:r>
            <a:r>
              <a:rPr lang="en-US" altLang="ko-KR" sz="2400" b="1" dirty="0" err="1"/>
              <a:t>torch.stack</a:t>
            </a:r>
            <a:r>
              <a:rPr lang="en-US" altLang="ko-KR" sz="2400" dirty="0"/>
              <a:t>(tensors, dim=0, *, out=None) → Tensor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동일한 형식의 </a:t>
            </a:r>
            <a:r>
              <a:rPr lang="ko-KR" altLang="en-US" sz="2000" dirty="0" err="1"/>
              <a:t>텐서를</a:t>
            </a:r>
            <a:r>
              <a:rPr lang="ko-KR" altLang="en-US" sz="2000" dirty="0"/>
              <a:t> 새롭게 </a:t>
            </a:r>
            <a:r>
              <a:rPr lang="en-US" altLang="ko-KR" sz="2000" dirty="0"/>
              <a:t>'</a:t>
            </a:r>
            <a:r>
              <a:rPr lang="ko-KR" altLang="en-US" sz="2000" dirty="0"/>
              <a:t>그룹화</a:t>
            </a:r>
            <a:r>
              <a:rPr lang="en-US" altLang="ko-KR" sz="2000" dirty="0"/>
              <a:t>'</a:t>
            </a:r>
            <a:r>
              <a:rPr lang="ko-KR" altLang="en-US" sz="2000" dirty="0"/>
              <a:t>함 </a:t>
            </a:r>
            <a:r>
              <a:rPr lang="en-US" altLang="ko-KR" sz="2000" dirty="0"/>
              <a:t>: </a:t>
            </a:r>
            <a:r>
              <a:rPr lang="ko-KR" altLang="en-US" sz="2000" dirty="0"/>
              <a:t>새로운 차원이 생성됨</a:t>
            </a:r>
          </a:p>
        </p:txBody>
      </p:sp>
      <p:pic>
        <p:nvPicPr>
          <p:cNvPr id="4098" name="Picture 2" descr="C:\Users\LMH\Desktop\PyTorch\2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28678"/>
            <a:ext cx="12192000" cy="4322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3475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Tensor</a:t>
            </a:r>
            <a:r>
              <a:rPr lang="ko-KR" altLang="en-US" b="1" dirty="0"/>
              <a:t>간 결합</a:t>
            </a:r>
            <a:r>
              <a:rPr lang="en-US" altLang="ko-KR" b="1" dirty="0"/>
              <a:t>(2)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379" y="1475945"/>
            <a:ext cx="11511989" cy="103871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✔️ </a:t>
            </a:r>
            <a:r>
              <a:rPr lang="en-US" altLang="ko-KR" sz="2400" b="1" dirty="0"/>
              <a:t>torch.cat(tensors, dim=0, *, out=None) → Tensor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데이터를 하나의 </a:t>
            </a:r>
            <a:r>
              <a:rPr lang="ko-KR" altLang="en-US" sz="2000" dirty="0" err="1"/>
              <a:t>텐서로</a:t>
            </a:r>
            <a:r>
              <a:rPr lang="ko-KR" altLang="en-US" sz="2000" dirty="0"/>
              <a:t> 병합 </a:t>
            </a:r>
            <a:r>
              <a:rPr lang="en-US" altLang="ko-KR" sz="2000" dirty="0"/>
              <a:t>: </a:t>
            </a:r>
            <a:r>
              <a:rPr lang="ko-KR" altLang="en-US" sz="2000" dirty="0"/>
              <a:t>새로운 차원 생성되지</a:t>
            </a:r>
            <a:r>
              <a:rPr lang="en-US" altLang="ko-KR" sz="2000" dirty="0"/>
              <a:t>X</a:t>
            </a:r>
          </a:p>
        </p:txBody>
      </p:sp>
      <p:pic>
        <p:nvPicPr>
          <p:cNvPr id="5122" name="Picture 2" descr="C:\Users\LMH\Desktop\PyTorch\2\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13052"/>
            <a:ext cx="12192000" cy="4322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7865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LMH\Desktop\PyTorch\2\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73326"/>
            <a:ext cx="12192000" cy="4322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Tensor</a:t>
            </a:r>
            <a:r>
              <a:rPr lang="ko-KR" altLang="en-US" b="1" dirty="0"/>
              <a:t> 나누기</a:t>
            </a:r>
            <a:r>
              <a:rPr lang="en-US" altLang="ko-KR" b="1" dirty="0"/>
              <a:t>(1)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011" y="1320505"/>
            <a:ext cx="11511989" cy="147855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✔️ </a:t>
            </a:r>
            <a:r>
              <a:rPr lang="en-US" altLang="ko-KR" sz="2400" b="1" dirty="0" err="1"/>
              <a:t>torch.chunk</a:t>
            </a:r>
            <a:r>
              <a:rPr lang="en-US" altLang="ko-KR" sz="2400" dirty="0"/>
              <a:t>(input: Tensor, chunks: int, dim: int = 0) → Tuple[Tensor, ...]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 err="1"/>
              <a:t>텐서를</a:t>
            </a:r>
            <a:r>
              <a:rPr lang="ko-KR" altLang="en-US" sz="2000" dirty="0"/>
              <a:t> </a:t>
            </a:r>
            <a:r>
              <a:rPr lang="ko-KR" altLang="en-US" sz="2000" dirty="0" err="1"/>
              <a:t>몇개로</a:t>
            </a:r>
            <a:r>
              <a:rPr lang="ko-KR" altLang="en-US" sz="2000" dirty="0"/>
              <a:t> 나눌지를 지정하여 </a:t>
            </a:r>
            <a:r>
              <a:rPr lang="ko-KR" altLang="en-US" sz="2000" dirty="0" err="1"/>
              <a:t>여러개로</a:t>
            </a:r>
            <a:r>
              <a:rPr lang="ko-KR" altLang="en-US" sz="2000" dirty="0"/>
              <a:t> 나눔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나누어 떨어지지 않는 경우</a:t>
            </a:r>
            <a:r>
              <a:rPr lang="en-US" altLang="ko-KR" sz="2000" dirty="0"/>
              <a:t>, </a:t>
            </a:r>
            <a:r>
              <a:rPr lang="ko-KR" altLang="en-US" sz="2000" dirty="0"/>
              <a:t>마지막 조각이 다른 크기를 가질 수 있음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752982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LMH\Desktop\PyTorch\2\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8648" y="2080656"/>
            <a:ext cx="9614704" cy="4777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Tensor</a:t>
            </a:r>
            <a:r>
              <a:rPr lang="ko-KR" altLang="en-US" b="1" dirty="0"/>
              <a:t> 나누기</a:t>
            </a:r>
            <a:r>
              <a:rPr lang="en-US" altLang="ko-KR" b="1" dirty="0"/>
              <a:t>(2)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4920" y="1010246"/>
            <a:ext cx="7802968" cy="147855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✔️ </a:t>
            </a:r>
            <a:r>
              <a:rPr lang="en-US" altLang="ko-KR" sz="2400" b="1" dirty="0" err="1"/>
              <a:t>torch.split</a:t>
            </a:r>
            <a:r>
              <a:rPr lang="en-US" altLang="ko-KR" sz="2400" b="1" dirty="0"/>
              <a:t>(tensor, </a:t>
            </a:r>
            <a:r>
              <a:rPr lang="en-US" altLang="ko-KR" sz="2400" b="1" dirty="0" err="1"/>
              <a:t>split_size_or_sections</a:t>
            </a:r>
            <a:r>
              <a:rPr lang="en-US" altLang="ko-KR" sz="2400" b="1" dirty="0"/>
              <a:t>, dim=0)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 err="1"/>
              <a:t>텐서를</a:t>
            </a:r>
            <a:r>
              <a:rPr lang="ko-KR" altLang="en-US" sz="2000" dirty="0"/>
              <a:t> 지정한 크기대로 분할함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각 조각의 크기를 명시할 수 있음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235841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033CAEA-B834-6A1C-5CA2-D798967C2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5400" b="1" dirty="0">
                <a:solidFill>
                  <a:schemeClr val="accent2"/>
                </a:solidFill>
              </a:rPr>
              <a:t>실습</a:t>
            </a:r>
            <a:r>
              <a:rPr lang="en-US" altLang="ko-KR" sz="5400" b="1" dirty="0">
                <a:solidFill>
                  <a:schemeClr val="accent2"/>
                </a:solidFill>
              </a:rPr>
              <a:t>2. </a:t>
            </a:r>
            <a:r>
              <a:rPr lang="ko-KR" altLang="en-US" b="1" dirty="0">
                <a:solidFill>
                  <a:schemeClr val="accent2"/>
                </a:solidFill>
              </a:rPr>
              <a:t>퀴즈</a:t>
            </a:r>
            <a:r>
              <a:rPr lang="en-US" altLang="ko-KR" b="1" dirty="0">
                <a:solidFill>
                  <a:schemeClr val="accent2"/>
                </a:solidFill>
              </a:rPr>
              <a:t>(4)</a:t>
            </a:r>
            <a:endParaRPr lang="ko-KR" altLang="en-US" sz="5400" b="1" dirty="0">
              <a:solidFill>
                <a:schemeClr val="accent2"/>
              </a:solidFill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337" y="1256115"/>
            <a:ext cx="11511989" cy="186905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3200" dirty="0"/>
              <a:t>제시된 퀴즈의 문제를 풀어보세요</a:t>
            </a:r>
            <a:r>
              <a:rPr lang="en-US" altLang="ko-KR" sz="3200" dirty="0"/>
              <a:t>!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3200" dirty="0"/>
              <a:t>검색하지 않고 </a:t>
            </a:r>
            <a:r>
              <a:rPr lang="ko-KR" altLang="en-US" sz="3200" dirty="0" err="1"/>
              <a:t>가능한한</a:t>
            </a:r>
            <a:r>
              <a:rPr lang="ko-KR" altLang="en-US" sz="3200" dirty="0"/>
              <a:t> 스스로 풀어보도록 합시다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375691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1936-481C-71EB-7D96-6C9DFC6F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00005ED-53E3-BFC8-AFAA-7BAFFA3752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7181868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8405</TotalTime>
  <Words>407</Words>
  <Application>Microsoft Office PowerPoint</Application>
  <PresentationFormat>와이드스크린</PresentationFormat>
  <Paragraphs>78</Paragraphs>
  <Slides>15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4" baseType="lpstr">
      <vt:lpstr>G마켓 산스 TTF Bold</vt:lpstr>
      <vt:lpstr>Kim jung chul Gothic Regular</vt:lpstr>
      <vt:lpstr>Pretendard Black</vt:lpstr>
      <vt:lpstr>Pretendard Light</vt:lpstr>
      <vt:lpstr>Pretendard Medium</vt:lpstr>
      <vt:lpstr>메이플스토리</vt:lpstr>
      <vt:lpstr>Arial</vt:lpstr>
      <vt:lpstr>Wingdings</vt:lpstr>
      <vt:lpstr>1_Office 테마</vt:lpstr>
      <vt:lpstr>x</vt:lpstr>
      <vt:lpstr>PowerPoint 프레젠테이션</vt:lpstr>
      <vt:lpstr>인덱싱과 슬라이싱</vt:lpstr>
      <vt:lpstr>인덱싱과 슬라이싱</vt:lpstr>
      <vt:lpstr>실습1. 퀴즈(3)</vt:lpstr>
      <vt:lpstr>Tensor의 형태 변경</vt:lpstr>
      <vt:lpstr>Tensor의 숫자 값 얻기</vt:lpstr>
      <vt:lpstr>차원 축소(제거)</vt:lpstr>
      <vt:lpstr>차원 증가(생성)</vt:lpstr>
      <vt:lpstr>Tensor간 결합(1)</vt:lpstr>
      <vt:lpstr>Tensor간 결합(2)</vt:lpstr>
      <vt:lpstr>Tensor 나누기(1)</vt:lpstr>
      <vt:lpstr>Tensor 나누기(2)</vt:lpstr>
      <vt:lpstr>실습2. 퀴즈(4)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578</cp:revision>
  <dcterms:created xsi:type="dcterms:W3CDTF">2023-01-31T04:26:23Z</dcterms:created>
  <dcterms:modified xsi:type="dcterms:W3CDTF">2026-02-10T10:53:24Z</dcterms:modified>
</cp:coreProperties>
</file>